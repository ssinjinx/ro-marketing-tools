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36576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RO INBOX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834640"/>
            <a:ext cx="73152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D6F1"/>
                </a:solidFill>
              </a:rPr>
              <a:t>A Complete Sales Intelligence &amp; Automation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C2FF"/>
                </a:solidFill>
              </a:rPr>
              <a:t>Roberts Oxygen — Industrial Gas Division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BB"/>
                </a:solidFill>
              </a:rPr>
              <a:t>Capabilities Overview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From Manual Chaos to Smart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4389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03520" cy="36576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555"/>
                </a:solidFill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Manually googling for prospects by hand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No way to track prospect status or pipeline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Competitor intel gathered ad-hoc, inconsistently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Cold emails written from scratch every time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Contact info hunted across LinkedIn and websites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No central record of deals, leads, or follow-ups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Team tasks tracked in disconnected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03520" cy="4389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03520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One-click Apify prospect search by industry + city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Visual Kanban pipeline with status tracking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Weekly automated Firecrawl competitor snapshots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AI-generated personalized cold outreach emails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Multi-method contact discovery (Hunter, scraper, SMTP)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Full CRM: contacts, leads, deals, pipeline stages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AI agent team handles research, dev, and automation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Six Integrated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47472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47472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RO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Prospect discovery, deep profiling, contact finding, pipeline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17320"/>
            <a:ext cx="347472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Contacts, leads, deals, and visual Kanban pipeline stages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347472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34747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554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Competitor Intel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659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Weekly Firecrawl snapshots, change diffs, strategic reports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107"/>
                </a:solidFill>
              </a:rPr>
              <a:t>Content &amp; KB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79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File catalog, knowledge base articles, company documentation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749039"/>
            <a:ext cx="347472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49039"/>
            <a:ext cx="3474720" cy="54864"/>
          </a:xfrm>
          <a:prstGeom prst="rect">
            <a:avLst/>
          </a:prstGeom>
          <a:solidFill>
            <a:srgbClr val="FF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722"/>
                </a:solidFill>
              </a:rPr>
              <a:t>Projects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297679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Task management, agent assignment, priority 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749039"/>
            <a:ext cx="3474720" cy="2103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749039"/>
            <a:ext cx="3474720" cy="54864"/>
          </a:xfrm>
          <a:prstGeom prst="rect">
            <a:avLst/>
          </a:prstGeom>
          <a:solidFill>
            <a:srgbClr val="FF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3886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599"/>
                </a:solidFill>
              </a:rPr>
              <a:t>AI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297679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Dedicated specialists: Dev, Research, Scraping, Automation, HR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RO SALES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Prospect Discovery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103120" cy="4114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10312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600200"/>
            <a:ext cx="438912" cy="43891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8191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06040"/>
            <a:ext cx="187451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Choose industry type
+ service city.
Apify runs Google
Places crawler.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926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2FF"/>
                </a:solidFill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463040"/>
            <a:ext cx="2103120" cy="4114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06039" y="1463040"/>
            <a:ext cx="21031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5768" y="1600200"/>
            <a:ext cx="438912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158191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9" y="21488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Discover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199" y="2606040"/>
            <a:ext cx="187451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100 prospects returned
with name, address,
website, phone,
rating, category.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7" y="2926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2FF"/>
                </a:solidFill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463040"/>
            <a:ext cx="2103120" cy="4114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1463040"/>
            <a:ext cx="21031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56048" y="1600200"/>
            <a:ext cx="438912" cy="43891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58191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1488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606040"/>
            <a:ext cx="187451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Save All or cherry-
pick prospects into
the RO database
with one click.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7" y="2926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2FF"/>
                </a:solidFill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1463040"/>
            <a:ext cx="2103120" cy="4114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1463040"/>
            <a:ext cx="210312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96328" y="1600200"/>
            <a:ext cx="438912" cy="43891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96328" y="158191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1488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107"/>
                </a:solidFill>
              </a:rPr>
              <a:t>Enrich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606040"/>
            <a:ext cx="187451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Deep Profile button
pulls Firecrawl data:
gas signals, contacts,
address, supplier.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8008" y="29260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2FF"/>
                </a:solidFill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1463040"/>
            <a:ext cx="2103120" cy="41148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1463040"/>
            <a:ext cx="2103120" cy="54864"/>
          </a:xfrm>
          <a:prstGeom prst="rect">
            <a:avLst/>
          </a:prstGeom>
          <a:solidFill>
            <a:srgbClr val="FF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36607" y="1600200"/>
            <a:ext cx="438912" cy="438912"/>
          </a:xfrm>
          <a:prstGeom prst="rect">
            <a:avLst/>
          </a:prstGeom>
          <a:solidFill>
            <a:srgbClr val="FF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6607" y="1581912"/>
            <a:ext cx="438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21488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722"/>
                </a:solidFill>
              </a:rPr>
              <a:t>Pipeline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2606040"/>
            <a:ext cx="187451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Move prospects
through stages:
New → Contacted
→ Qualified → Won.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AI-POWERED ENRICHMENT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Deep Profile &amp; Contact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9496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DEEP PROFILE  (Firecrawl)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Paste a business website URL and Firecrawl extracts: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Business address, phone, city &amp; state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Contact names and job titles found on site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Gas usage signals: welding mentions, brewing, medical O2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Equipment mentioned: plasma cutters, fermenters, CNC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Current gas supplier (if detectable)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Business type classification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Auto-fills matching prospect fields on save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5394960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FIND CONTACTS  (Multi-Method)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F1"/>
                </a:solidFill>
              </a:rPr>
              <a:t>Three-pass strategy to surface decision-maker emails: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514600"/>
            <a:ext cx="5029200" cy="118872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Method 1: Hunter.io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9260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Professional email finder database; returns verified emails and contact names for the domain.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886200"/>
            <a:ext cx="5029200" cy="118872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97763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Method 2: Website Scraper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2976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Crawls the prospect's own website and extracts any email addresses found on pages.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5257800"/>
            <a:ext cx="5029200" cy="118872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Method 3: SMTP Guesser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6692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Guesses common email formats (first.last@, flast@, etc.) then verifies them live against the mail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OUTREACH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AI-Generated Cold Email Outreach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9496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3949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202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67712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Select a prospect contact by name and title.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260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73552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System feeds Claude: business name, industry, products RO offers, service area, and contact details.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319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279392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Claude Sonnet writes a personalized cold email referencing the prospect's specific industry needs.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37760"/>
            <a:ext cx="4114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9377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285232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6F1"/>
                </a:solidFill>
              </a:rPr>
              <a:t>Draft appears instantly in the UI for the rep to copy, tweak, and send.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371600"/>
            <a:ext cx="539496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PERSONALIZATION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19659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Contact's first name and job title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Prospect's business name and city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Industry-matched RO products (e.g. CO2 for breweries)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Specific gas types relevant to their equipment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Roberts Oxygen service area mention</a:t>
            </a:r>
          </a:p>
          <a:p>
            <a:pPr algn="l">
              <a:spcBef>
                <a:spcPts val="300"/>
              </a:spcBef>
            </a:pPr>
            <a:r>
              <a:rPr sz="1300">
                <a:solidFill>
                  <a:srgbClr val="CCD6F1"/>
                </a:solidFill>
              </a:rPr>
              <a:t>• Professional tone matched to contact seniority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8463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E596"/>
                </a:solidFill>
              </a:rPr>
              <a:t>Result: personalized emails drafted in seconds — not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CRM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Contacts, Leads, Deals &amp;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5176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FF"/>
                </a:solidFill>
              </a:rPr>
              <a:t>Contacts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First &amp; last name, email, phone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Company and job role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Linked to leads and deals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Full edit history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</a:rPr>
              <a:t>Leads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01168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Source tracking (web, referral, cold)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Status: new, contacted, qualified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Estimated deal value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Notes and follow-up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265176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96"/>
                </a:solidFill>
              </a:rPr>
              <a:t>Deals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01168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Title, stage, and close date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Value and probability tracking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Linked to contact and lead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Full deal notes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371600"/>
            <a:ext cx="265176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371600"/>
            <a:ext cx="265176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107"/>
                </a:solidFill>
              </a:rPr>
              <a:t>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011680"/>
            <a:ext cx="2468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Visual Kanban board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Stages: Prospecting → Proposal
→ Negotiation → Closed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Drag-and-drop stage moves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Instant deal count &amp; value per stage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COMPETITOR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Weekly Firecrawl Competitor Snapshots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32004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96"/>
                </a:solidFill>
              </a:rPr>
              <a:t>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783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Runs every Monday
at 8 AM automatically
via competitor_monitor.py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743200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2FF"/>
                </a:solidFill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371600"/>
            <a:ext cx="2011680" cy="32004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201168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2FF"/>
                </a:solidFill>
              </a:rPr>
              <a:t>Crawl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011680"/>
            <a:ext cx="1783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Firecrawl extracts
full competitor
website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743200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2FF"/>
                </a:solidFill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371600"/>
            <a:ext cx="2011680" cy="32004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371600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</a:rPr>
              <a:t>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1783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Claude identifies:
products, pricing,
locations, news,
specializations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743200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2FF"/>
                </a:solidFill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1371600"/>
            <a:ext cx="2011680" cy="32004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371600"/>
            <a:ext cx="201168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</a:rPr>
              <a:t>Diff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011680"/>
            <a:ext cx="1783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Compares to prior
week snapshot and
highlights any
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743200"/>
            <a:ext cx="2926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2FF"/>
                </a:solidFill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1371600"/>
            <a:ext cx="2011680" cy="320040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1371600"/>
            <a:ext cx="2011680" cy="54864"/>
          </a:xfrm>
          <a:prstGeom prst="rect">
            <a:avLst/>
          </a:prstGeom>
          <a:solidFill>
            <a:srgbClr val="FF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722"/>
                </a:solidFill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011680"/>
            <a:ext cx="1783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JSON snapshot saved;
change summary
shown in dashboard
Competitors tab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11247120" cy="173736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754880"/>
            <a:ext cx="11247120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DATA CAPTURED PER COMPETITOR: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57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F1"/>
                </a:solidFill>
              </a:rPr>
              <a:t>Service areas  •  Product lists  •  Pricing signals  •  Location count  •  Recent news &amp; announcements  •  Specializations (medical, industrial, specialty gas, welding)  •  Week-over-week changes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AI AGENT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Five Specialists — One Coordinated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0312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0312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FF"/>
                </a:solidFill>
              </a:rPr>
              <a:t>Maya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F1"/>
                </a:solidFill>
              </a:rPr>
              <a:t>Full-Stack 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68880"/>
            <a:ext cx="1783079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187451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Flask routes, SQLite schemas, HTML/CSS templates, bug fixes, UI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79" y="1371600"/>
            <a:ext cx="210312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371600"/>
            <a:ext cx="21031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1508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</a:rPr>
              <a:t>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20116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F1"/>
                </a:solidFill>
              </a:rPr>
              <a:t>Senior Researcher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39" y="2468880"/>
            <a:ext cx="1783079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39" y="2606040"/>
            <a:ext cx="187451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Market research, competitive analysis, role scoping, pre-execution research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59" y="1371600"/>
            <a:ext cx="210312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59" y="1371600"/>
            <a:ext cx="210312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508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96"/>
                </a:solidFill>
              </a:rPr>
              <a:t>Kai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20116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F1"/>
                </a:solidFill>
              </a:rPr>
              <a:t>Data Scraper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2468880"/>
            <a:ext cx="1783079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606040"/>
            <a:ext cx="187451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Apify pipelines, Google Places crawls, bulk prospect imports, data workflows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1371600"/>
            <a:ext cx="210312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78040" y="1371600"/>
            <a:ext cx="210312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508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107"/>
                </a:solidFill>
              </a:rPr>
              <a:t>Rex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0116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F1"/>
                </a:solidFill>
              </a:rPr>
              <a:t>Automation Engineer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468880"/>
            <a:ext cx="1783079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606040"/>
            <a:ext cx="187451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Scheduled scripts, Discord monitor, background task automation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19" y="1371600"/>
            <a:ext cx="2103120" cy="48463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19" y="1371600"/>
            <a:ext cx="2103120" cy="54864"/>
          </a:xfrm>
          <a:prstGeom prst="rect">
            <a:avLst/>
          </a:prstGeom>
          <a:solidFill>
            <a:srgbClr val="FF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1508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5599"/>
                </a:solidFill>
              </a:rPr>
              <a:t>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01168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D6F1"/>
                </a:solidFill>
              </a:rPr>
              <a:t>HR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2468880"/>
            <a:ext cx="1783079" cy="36576"/>
          </a:xfrm>
          <a:prstGeom prst="rect">
            <a:avLst/>
          </a:prstGeom>
          <a:solidFill>
            <a:srgbClr val="FF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2606040"/>
            <a:ext cx="187451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F1"/>
                </a:solidFill>
              </a:rPr>
              <a:t>Hiring new agents, onboarding, role definition using Sage's research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99BB"/>
                </a:solidFill>
              </a:rPr>
              <a:t>The Orchestrator (Claude) routes every task to the right specialist, updates status in the DB, and collects results in the Owner Inbox.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PLATFORM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 Inbox Dashboard —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16459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Integrated
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2011680" cy="16459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371600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5087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AI Agent
Specialists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371600"/>
            <a:ext cx="2011680" cy="16459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371600"/>
            <a:ext cx="201168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5087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E596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Contact
Discovery Methods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1371600"/>
            <a:ext cx="2011680" cy="16459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371600"/>
            <a:ext cx="201168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5087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107"/>
                </a:solidFill>
              </a:rPr>
              <a:t>100+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Prospects
Per Search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1371600"/>
            <a:ext cx="2011680" cy="16459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1371600"/>
            <a:ext cx="2011680" cy="54864"/>
          </a:xfrm>
          <a:prstGeom prst="rect">
            <a:avLst/>
          </a:prstGeom>
          <a:solidFill>
            <a:srgbClr val="FF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50876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7722"/>
                </a:solidFill>
              </a:rPr>
              <a:t>Weekly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194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F1"/>
                </a:solidFill>
              </a:rPr>
              <a:t>Competitor
Snapshots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246120"/>
            <a:ext cx="3657600" cy="3246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246120"/>
            <a:ext cx="365760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337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FF"/>
                </a:solidFill>
              </a:rPr>
              <a:t>Sales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794760"/>
            <a:ext cx="33832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Apify Google Places prospect discovery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Firecrawl deep website profiling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Industry-matched product suggestions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Visual Kanban pipeline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246120"/>
            <a:ext cx="3657600" cy="3246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3246120"/>
            <a:ext cx="3657600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3337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96"/>
                </a:solidFill>
              </a:rPr>
              <a:t>Contact &amp; Outreach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794760"/>
            <a:ext cx="33832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Hunter.io + scraper + SMTP verification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Claude-generated personalized cold emails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Full contact database per prospect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Draft review before sending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246120"/>
            <a:ext cx="3657600" cy="3246120"/>
          </a:xfrm>
          <a:prstGeom prst="rect">
            <a:avLst/>
          </a:prstGeom>
          <a:solidFill>
            <a:srgbClr val="1E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246120"/>
            <a:ext cx="3657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337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Competitive &amp; 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794760"/>
            <a:ext cx="33832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Weekly automated competitor snapshots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Change diff highlighting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Full CRM: leads, deals, pipeline stages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CCD6F1"/>
                </a:solidFill>
              </a:rPr>
              <a:t>• Projects, tasks, file catalog, knowledge 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